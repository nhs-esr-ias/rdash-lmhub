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</p:sldIdLst>
  <p:sldSz cx="18288000" cy="5716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68" d="100"/>
          <a:sy n="68" d="100"/>
        </p:scale>
        <p:origin x="240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935562"/>
            <a:ext cx="13716000" cy="1990220"/>
          </a:xfrm>
        </p:spPr>
        <p:txBody>
          <a:bodyPr anchor="b"/>
          <a:lstStyle>
            <a:lvl1pPr algn="ctr">
              <a:defRPr sz="500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3002532"/>
            <a:ext cx="13716000" cy="1380185"/>
          </a:xfrm>
        </p:spPr>
        <p:txBody>
          <a:bodyPr/>
          <a:lstStyle>
            <a:lvl1pPr marL="0" indent="0" algn="ctr">
              <a:buNone/>
              <a:defRPr sz="2001"/>
            </a:lvl1pPr>
            <a:lvl2pPr marL="381122" indent="0" algn="ctr">
              <a:buNone/>
              <a:defRPr sz="1667"/>
            </a:lvl2pPr>
            <a:lvl3pPr marL="762244" indent="0" algn="ctr">
              <a:buNone/>
              <a:defRPr sz="1500"/>
            </a:lvl3pPr>
            <a:lvl4pPr marL="1143366" indent="0" algn="ctr">
              <a:buNone/>
              <a:defRPr sz="1334"/>
            </a:lvl4pPr>
            <a:lvl5pPr marL="1524488" indent="0" algn="ctr">
              <a:buNone/>
              <a:defRPr sz="1334"/>
            </a:lvl5pPr>
            <a:lvl6pPr marL="1905610" indent="0" algn="ctr">
              <a:buNone/>
              <a:defRPr sz="1334"/>
            </a:lvl6pPr>
            <a:lvl7pPr marL="2286732" indent="0" algn="ctr">
              <a:buNone/>
              <a:defRPr sz="1334"/>
            </a:lvl7pPr>
            <a:lvl8pPr marL="2667853" indent="0" algn="ctr">
              <a:buNone/>
              <a:defRPr sz="1334"/>
            </a:lvl8pPr>
            <a:lvl9pPr marL="3048975" indent="0" algn="ctr">
              <a:buNone/>
              <a:defRPr sz="133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C90-B374-C845-99F7-C4216C399E2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98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C90-B374-C845-99F7-C4216C399E2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569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1425178"/>
            <a:ext cx="15773400" cy="2377941"/>
          </a:xfrm>
        </p:spPr>
        <p:txBody>
          <a:bodyPr anchor="b"/>
          <a:lstStyle>
            <a:lvl1pPr>
              <a:defRPr sz="500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3825616"/>
            <a:ext cx="15773400" cy="1250503"/>
          </a:xfrm>
        </p:spPr>
        <p:txBody>
          <a:bodyPr/>
          <a:lstStyle>
            <a:lvl1pPr marL="0" indent="0">
              <a:buNone/>
              <a:defRPr sz="2001">
                <a:solidFill>
                  <a:schemeClr val="tx1">
                    <a:tint val="82000"/>
                  </a:schemeClr>
                </a:solidFill>
              </a:defRPr>
            </a:lvl1pPr>
            <a:lvl2pPr marL="381122" indent="0">
              <a:buNone/>
              <a:defRPr sz="1667">
                <a:solidFill>
                  <a:schemeClr val="tx1">
                    <a:tint val="82000"/>
                  </a:schemeClr>
                </a:solidFill>
              </a:defRPr>
            </a:lvl2pPr>
            <a:lvl3pPr marL="762244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3pPr>
            <a:lvl4pPr marL="1143366" indent="0">
              <a:buNone/>
              <a:defRPr sz="1334">
                <a:solidFill>
                  <a:schemeClr val="tx1">
                    <a:tint val="82000"/>
                  </a:schemeClr>
                </a:solidFill>
              </a:defRPr>
            </a:lvl4pPr>
            <a:lvl5pPr marL="1524488" indent="0">
              <a:buNone/>
              <a:defRPr sz="1334">
                <a:solidFill>
                  <a:schemeClr val="tx1">
                    <a:tint val="82000"/>
                  </a:schemeClr>
                </a:solidFill>
              </a:defRPr>
            </a:lvl5pPr>
            <a:lvl6pPr marL="1905610" indent="0">
              <a:buNone/>
              <a:defRPr sz="1334">
                <a:solidFill>
                  <a:schemeClr val="tx1">
                    <a:tint val="82000"/>
                  </a:schemeClr>
                </a:solidFill>
              </a:defRPr>
            </a:lvl6pPr>
            <a:lvl7pPr marL="2286732" indent="0">
              <a:buNone/>
              <a:defRPr sz="1334">
                <a:solidFill>
                  <a:schemeClr val="tx1">
                    <a:tint val="82000"/>
                  </a:schemeClr>
                </a:solidFill>
              </a:defRPr>
            </a:lvl7pPr>
            <a:lvl8pPr marL="2667853" indent="0">
              <a:buNone/>
              <a:defRPr sz="1334">
                <a:solidFill>
                  <a:schemeClr val="tx1">
                    <a:tint val="82000"/>
                  </a:schemeClr>
                </a:solidFill>
              </a:defRPr>
            </a:lvl8pPr>
            <a:lvl9pPr marL="3048975" indent="0">
              <a:buNone/>
              <a:defRPr sz="133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C90-B374-C845-99F7-C4216C399E2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339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1521777"/>
            <a:ext cx="7772400" cy="36271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1521777"/>
            <a:ext cx="7772400" cy="36271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C90-B374-C845-99F7-C4216C399E2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99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304356"/>
            <a:ext cx="15773400" cy="110494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1401359"/>
            <a:ext cx="7736681" cy="686784"/>
          </a:xfrm>
        </p:spPr>
        <p:txBody>
          <a:bodyPr anchor="b"/>
          <a:lstStyle>
            <a:lvl1pPr marL="0" indent="0">
              <a:buNone/>
              <a:defRPr sz="2001" b="1"/>
            </a:lvl1pPr>
            <a:lvl2pPr marL="381122" indent="0">
              <a:buNone/>
              <a:defRPr sz="1667" b="1"/>
            </a:lvl2pPr>
            <a:lvl3pPr marL="762244" indent="0">
              <a:buNone/>
              <a:defRPr sz="1500" b="1"/>
            </a:lvl3pPr>
            <a:lvl4pPr marL="1143366" indent="0">
              <a:buNone/>
              <a:defRPr sz="1334" b="1"/>
            </a:lvl4pPr>
            <a:lvl5pPr marL="1524488" indent="0">
              <a:buNone/>
              <a:defRPr sz="1334" b="1"/>
            </a:lvl5pPr>
            <a:lvl6pPr marL="1905610" indent="0">
              <a:buNone/>
              <a:defRPr sz="1334" b="1"/>
            </a:lvl6pPr>
            <a:lvl7pPr marL="2286732" indent="0">
              <a:buNone/>
              <a:defRPr sz="1334" b="1"/>
            </a:lvl7pPr>
            <a:lvl8pPr marL="2667853" indent="0">
              <a:buNone/>
              <a:defRPr sz="1334" b="1"/>
            </a:lvl8pPr>
            <a:lvl9pPr marL="3048975" indent="0">
              <a:buNone/>
              <a:defRPr sz="133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2088143"/>
            <a:ext cx="7736681" cy="307134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1401359"/>
            <a:ext cx="7774782" cy="686784"/>
          </a:xfrm>
        </p:spPr>
        <p:txBody>
          <a:bodyPr anchor="b"/>
          <a:lstStyle>
            <a:lvl1pPr marL="0" indent="0">
              <a:buNone/>
              <a:defRPr sz="2001" b="1"/>
            </a:lvl1pPr>
            <a:lvl2pPr marL="381122" indent="0">
              <a:buNone/>
              <a:defRPr sz="1667" b="1"/>
            </a:lvl2pPr>
            <a:lvl3pPr marL="762244" indent="0">
              <a:buNone/>
              <a:defRPr sz="1500" b="1"/>
            </a:lvl3pPr>
            <a:lvl4pPr marL="1143366" indent="0">
              <a:buNone/>
              <a:defRPr sz="1334" b="1"/>
            </a:lvl4pPr>
            <a:lvl5pPr marL="1524488" indent="0">
              <a:buNone/>
              <a:defRPr sz="1334" b="1"/>
            </a:lvl5pPr>
            <a:lvl6pPr marL="1905610" indent="0">
              <a:buNone/>
              <a:defRPr sz="1334" b="1"/>
            </a:lvl6pPr>
            <a:lvl7pPr marL="2286732" indent="0">
              <a:buNone/>
              <a:defRPr sz="1334" b="1"/>
            </a:lvl7pPr>
            <a:lvl8pPr marL="2667853" indent="0">
              <a:buNone/>
              <a:defRPr sz="1334" b="1"/>
            </a:lvl8pPr>
            <a:lvl9pPr marL="3048975" indent="0">
              <a:buNone/>
              <a:defRPr sz="133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2088143"/>
            <a:ext cx="7774782" cy="307134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C90-B374-C845-99F7-C4216C399E2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781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C90-B374-C845-99F7-C4216C399E2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76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C90-B374-C845-99F7-C4216C399E2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866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381106"/>
            <a:ext cx="5898356" cy="1333871"/>
          </a:xfrm>
        </p:spPr>
        <p:txBody>
          <a:bodyPr anchor="b"/>
          <a:lstStyle>
            <a:lvl1pPr>
              <a:defRPr sz="266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823083"/>
            <a:ext cx="9258300" cy="4062483"/>
          </a:xfrm>
        </p:spPr>
        <p:txBody>
          <a:bodyPr/>
          <a:lstStyle>
            <a:lvl1pPr>
              <a:defRPr sz="2668"/>
            </a:lvl1pPr>
            <a:lvl2pPr>
              <a:defRPr sz="2334"/>
            </a:lvl2pPr>
            <a:lvl3pPr>
              <a:defRPr sz="2001"/>
            </a:lvl3pPr>
            <a:lvl4pPr>
              <a:defRPr sz="1667"/>
            </a:lvl4pPr>
            <a:lvl5pPr>
              <a:defRPr sz="1667"/>
            </a:lvl5pPr>
            <a:lvl6pPr>
              <a:defRPr sz="1667"/>
            </a:lvl6pPr>
            <a:lvl7pPr>
              <a:defRPr sz="1667"/>
            </a:lvl7pPr>
            <a:lvl8pPr>
              <a:defRPr sz="1667"/>
            </a:lvl8pPr>
            <a:lvl9pPr>
              <a:defRPr sz="166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1714976"/>
            <a:ext cx="5898356" cy="3177206"/>
          </a:xfrm>
        </p:spPr>
        <p:txBody>
          <a:bodyPr/>
          <a:lstStyle>
            <a:lvl1pPr marL="0" indent="0">
              <a:buNone/>
              <a:defRPr sz="1334"/>
            </a:lvl1pPr>
            <a:lvl2pPr marL="381122" indent="0">
              <a:buNone/>
              <a:defRPr sz="1167"/>
            </a:lvl2pPr>
            <a:lvl3pPr marL="762244" indent="0">
              <a:buNone/>
              <a:defRPr sz="1000"/>
            </a:lvl3pPr>
            <a:lvl4pPr marL="1143366" indent="0">
              <a:buNone/>
              <a:defRPr sz="834"/>
            </a:lvl4pPr>
            <a:lvl5pPr marL="1524488" indent="0">
              <a:buNone/>
              <a:defRPr sz="834"/>
            </a:lvl5pPr>
            <a:lvl6pPr marL="1905610" indent="0">
              <a:buNone/>
              <a:defRPr sz="834"/>
            </a:lvl6pPr>
            <a:lvl7pPr marL="2286732" indent="0">
              <a:buNone/>
              <a:defRPr sz="834"/>
            </a:lvl7pPr>
            <a:lvl8pPr marL="2667853" indent="0">
              <a:buNone/>
              <a:defRPr sz="834"/>
            </a:lvl8pPr>
            <a:lvl9pPr marL="3048975" indent="0">
              <a:buNone/>
              <a:defRPr sz="83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C90-B374-C845-99F7-C4216C399E2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7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381106"/>
            <a:ext cx="5898356" cy="1333871"/>
          </a:xfrm>
        </p:spPr>
        <p:txBody>
          <a:bodyPr anchor="b"/>
          <a:lstStyle>
            <a:lvl1pPr>
              <a:defRPr sz="266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823083"/>
            <a:ext cx="9258300" cy="4062483"/>
          </a:xfrm>
        </p:spPr>
        <p:txBody>
          <a:bodyPr anchor="t"/>
          <a:lstStyle>
            <a:lvl1pPr marL="0" indent="0">
              <a:buNone/>
              <a:defRPr sz="2668"/>
            </a:lvl1pPr>
            <a:lvl2pPr marL="381122" indent="0">
              <a:buNone/>
              <a:defRPr sz="2334"/>
            </a:lvl2pPr>
            <a:lvl3pPr marL="762244" indent="0">
              <a:buNone/>
              <a:defRPr sz="2001"/>
            </a:lvl3pPr>
            <a:lvl4pPr marL="1143366" indent="0">
              <a:buNone/>
              <a:defRPr sz="1667"/>
            </a:lvl4pPr>
            <a:lvl5pPr marL="1524488" indent="0">
              <a:buNone/>
              <a:defRPr sz="1667"/>
            </a:lvl5pPr>
            <a:lvl6pPr marL="1905610" indent="0">
              <a:buNone/>
              <a:defRPr sz="1667"/>
            </a:lvl6pPr>
            <a:lvl7pPr marL="2286732" indent="0">
              <a:buNone/>
              <a:defRPr sz="1667"/>
            </a:lvl7pPr>
            <a:lvl8pPr marL="2667853" indent="0">
              <a:buNone/>
              <a:defRPr sz="1667"/>
            </a:lvl8pPr>
            <a:lvl9pPr marL="3048975" indent="0">
              <a:buNone/>
              <a:defRPr sz="166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1714976"/>
            <a:ext cx="5898356" cy="3177206"/>
          </a:xfrm>
        </p:spPr>
        <p:txBody>
          <a:bodyPr/>
          <a:lstStyle>
            <a:lvl1pPr marL="0" indent="0">
              <a:buNone/>
              <a:defRPr sz="1334"/>
            </a:lvl1pPr>
            <a:lvl2pPr marL="381122" indent="0">
              <a:buNone/>
              <a:defRPr sz="1167"/>
            </a:lvl2pPr>
            <a:lvl3pPr marL="762244" indent="0">
              <a:buNone/>
              <a:defRPr sz="1000"/>
            </a:lvl3pPr>
            <a:lvl4pPr marL="1143366" indent="0">
              <a:buNone/>
              <a:defRPr sz="834"/>
            </a:lvl4pPr>
            <a:lvl5pPr marL="1524488" indent="0">
              <a:buNone/>
              <a:defRPr sz="834"/>
            </a:lvl5pPr>
            <a:lvl6pPr marL="1905610" indent="0">
              <a:buNone/>
              <a:defRPr sz="834"/>
            </a:lvl6pPr>
            <a:lvl7pPr marL="2286732" indent="0">
              <a:buNone/>
              <a:defRPr sz="834"/>
            </a:lvl7pPr>
            <a:lvl8pPr marL="2667853" indent="0">
              <a:buNone/>
              <a:defRPr sz="834"/>
            </a:lvl8pPr>
            <a:lvl9pPr marL="3048975" indent="0">
              <a:buNone/>
              <a:defRPr sz="83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C90-B374-C845-99F7-C4216C399E2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08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C90-B374-C845-99F7-C4216C399E2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84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304355"/>
            <a:ext cx="3943350" cy="48445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04355"/>
            <a:ext cx="11601450" cy="48445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C90-B374-C845-99F7-C4216C399E2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120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304356"/>
            <a:ext cx="15773400" cy="1104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1521777"/>
            <a:ext cx="15773400" cy="3627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5298431"/>
            <a:ext cx="4114800" cy="3043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B88C90-B374-C845-99F7-C4216C399E2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5298431"/>
            <a:ext cx="6172200" cy="3043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5298431"/>
            <a:ext cx="4114800" cy="3043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040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62244" rtl="0" eaLnBrk="1" latinLnBrk="0" hangingPunct="1">
        <a:lnSpc>
          <a:spcPct val="90000"/>
        </a:lnSpc>
        <a:spcBef>
          <a:spcPct val="0"/>
        </a:spcBef>
        <a:buNone/>
        <a:defRPr sz="36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0561" indent="-190561" algn="l" defTabSz="762244" rtl="0" eaLnBrk="1" latinLnBrk="0" hangingPunct="1">
        <a:lnSpc>
          <a:spcPct val="90000"/>
        </a:lnSpc>
        <a:spcBef>
          <a:spcPts val="834"/>
        </a:spcBef>
        <a:buFont typeface="Arial" panose="020B0604020202020204" pitchFamily="34" charset="0"/>
        <a:buChar char="•"/>
        <a:defRPr sz="2334" kern="1200">
          <a:solidFill>
            <a:schemeClr val="tx1"/>
          </a:solidFill>
          <a:latin typeface="+mn-lt"/>
          <a:ea typeface="+mn-ea"/>
          <a:cs typeface="+mn-cs"/>
        </a:defRPr>
      </a:lvl1pPr>
      <a:lvl2pPr marL="571683" indent="-190561" algn="l" defTabSz="762244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2pPr>
      <a:lvl3pPr marL="952805" indent="-190561" algn="l" defTabSz="762244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1333927" indent="-190561" algn="l" defTabSz="762244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5049" indent="-190561" algn="l" defTabSz="762244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96171" indent="-190561" algn="l" defTabSz="762244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7292" indent="-190561" algn="l" defTabSz="762244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8414" indent="-190561" algn="l" defTabSz="762244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9536" indent="-190561" algn="l" defTabSz="762244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224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1122" algn="l" defTabSz="76224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2244" algn="l" defTabSz="76224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366" algn="l" defTabSz="76224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4488" algn="l" defTabSz="76224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5610" algn="l" defTabSz="76224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6732" algn="l" defTabSz="76224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7853" algn="l" defTabSz="76224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8975" algn="l" defTabSz="76224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in blue scrubs holding a dummy with a child on a bed&#10;&#10;AI-generated content may be incorrect.">
            <a:extLst>
              <a:ext uri="{FF2B5EF4-FFF2-40B4-BE49-F238E27FC236}">
                <a16:creationId xmlns:a16="http://schemas.microsoft.com/office/drawing/2014/main" id="{F75A1A34-CD42-84CB-F018-63DEADB2C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598" y="-590538"/>
            <a:ext cx="9982201" cy="7655619"/>
          </a:xfrm>
          <a:prstGeom prst="rect">
            <a:avLst/>
          </a:prstGeom>
          <a:gradFill>
            <a:gsLst>
              <a:gs pos="0">
                <a:srgbClr val="002060"/>
              </a:gs>
              <a:gs pos="100000">
                <a:srgbClr val="002060">
                  <a:alpha val="0"/>
                </a:srgbClr>
              </a:gs>
            </a:gsLst>
            <a:lin ang="0" scaled="1"/>
          </a:gradFill>
          <a:effectLst>
            <a:softEdge rad="513013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38D45B-E6E5-AA25-63D0-8A50626C4988}"/>
              </a:ext>
            </a:extLst>
          </p:cNvPr>
          <p:cNvSpPr/>
          <p:nvPr/>
        </p:nvSpPr>
        <p:spPr>
          <a:xfrm>
            <a:off x="0" y="-38589"/>
            <a:ext cx="18288000" cy="5755177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rgbClr val="002060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449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B7982-FDDF-F626-2A0B-31EA802D2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848E68-054C-D53E-7E2D-5282AB675D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153398" y="-741146"/>
            <a:ext cx="10820402" cy="7198879"/>
          </a:xfrm>
          <a:prstGeom prst="rect">
            <a:avLst/>
          </a:prstGeom>
          <a:gradFill>
            <a:gsLst>
              <a:gs pos="0">
                <a:srgbClr val="002060"/>
              </a:gs>
              <a:gs pos="100000">
                <a:srgbClr val="002060">
                  <a:alpha val="0"/>
                </a:srgbClr>
              </a:gs>
            </a:gsLst>
            <a:lin ang="0" scaled="1"/>
          </a:gradFill>
          <a:effectLst>
            <a:softEdge rad="565337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2FF8C74-2F9A-F615-1FAB-26035E198A27}"/>
              </a:ext>
            </a:extLst>
          </p:cNvPr>
          <p:cNvSpPr/>
          <p:nvPr/>
        </p:nvSpPr>
        <p:spPr>
          <a:xfrm>
            <a:off x="1" y="6"/>
            <a:ext cx="18288000" cy="575517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</a:schemeClr>
              </a:gs>
              <a:gs pos="100000">
                <a:schemeClr val="tx2">
                  <a:lumMod val="75000"/>
                  <a:lumOff val="2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72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B670D-6D32-1E1B-02D1-32B6C25B7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1AF35A-5AC5-E5B3-4511-B2FB46CB55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305800" y="-462316"/>
            <a:ext cx="9982200" cy="6641219"/>
          </a:xfrm>
          <a:prstGeom prst="rect">
            <a:avLst/>
          </a:prstGeom>
          <a:gradFill>
            <a:gsLst>
              <a:gs pos="0">
                <a:srgbClr val="002060"/>
              </a:gs>
              <a:gs pos="100000">
                <a:srgbClr val="002060">
                  <a:alpha val="0"/>
                </a:srgbClr>
              </a:gs>
            </a:gsLst>
            <a:lin ang="0" scaled="1"/>
          </a:gradFill>
          <a:effectLst>
            <a:softEdge rad="742051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7338DE8-3B96-F843-3404-7B8ADB68B35B}"/>
              </a:ext>
            </a:extLst>
          </p:cNvPr>
          <p:cNvSpPr/>
          <p:nvPr/>
        </p:nvSpPr>
        <p:spPr>
          <a:xfrm>
            <a:off x="0" y="-38589"/>
            <a:ext cx="18288000" cy="5755177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75000"/>
                </a:schemeClr>
              </a:gs>
              <a:gs pos="100000">
                <a:schemeClr val="accent4">
                  <a:lumMod val="7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0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0</Words>
  <Application>Microsoft Macintosh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Bronwyn Driver</dc:creator>
  <cp:lastModifiedBy>Bronwyn Driver</cp:lastModifiedBy>
  <cp:revision>1</cp:revision>
  <dcterms:created xsi:type="dcterms:W3CDTF">2026-02-27T16:22:43Z</dcterms:created>
  <dcterms:modified xsi:type="dcterms:W3CDTF">2026-02-27T16:39:46Z</dcterms:modified>
</cp:coreProperties>
</file>