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1" r:id="rId3"/>
    <p:sldId id="257" r:id="rId4"/>
    <p:sldId id="258" r:id="rId5"/>
    <p:sldId id="260" r:id="rId6"/>
    <p:sldId id="259" r:id="rId7"/>
  </p:sldIdLst>
  <p:sldSz cx="18288000" cy="5716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58"/>
  </p:normalViewPr>
  <p:slideViewPr>
    <p:cSldViewPr snapToGrid="0">
      <p:cViewPr varScale="1">
        <p:scale>
          <a:sx n="85" d="100"/>
          <a:sy n="85" d="100"/>
        </p:scale>
        <p:origin x="11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935562"/>
            <a:ext cx="13716000" cy="1990220"/>
          </a:xfrm>
        </p:spPr>
        <p:txBody>
          <a:bodyPr anchor="b"/>
          <a:lstStyle>
            <a:lvl1pPr algn="ctr">
              <a:defRPr sz="500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002532"/>
            <a:ext cx="13716000" cy="1380185"/>
          </a:xfrm>
        </p:spPr>
        <p:txBody>
          <a:bodyPr/>
          <a:lstStyle>
            <a:lvl1pPr marL="0" indent="0" algn="ctr">
              <a:buNone/>
              <a:defRPr sz="2001"/>
            </a:lvl1pPr>
            <a:lvl2pPr marL="381122" indent="0" algn="ctr">
              <a:buNone/>
              <a:defRPr sz="1667"/>
            </a:lvl2pPr>
            <a:lvl3pPr marL="762244" indent="0" algn="ctr">
              <a:buNone/>
              <a:defRPr sz="1500"/>
            </a:lvl3pPr>
            <a:lvl4pPr marL="1143366" indent="0" algn="ctr">
              <a:buNone/>
              <a:defRPr sz="1334"/>
            </a:lvl4pPr>
            <a:lvl5pPr marL="1524488" indent="0" algn="ctr">
              <a:buNone/>
              <a:defRPr sz="1334"/>
            </a:lvl5pPr>
            <a:lvl6pPr marL="1905610" indent="0" algn="ctr">
              <a:buNone/>
              <a:defRPr sz="1334"/>
            </a:lvl6pPr>
            <a:lvl7pPr marL="2286732" indent="0" algn="ctr">
              <a:buNone/>
              <a:defRPr sz="1334"/>
            </a:lvl7pPr>
            <a:lvl8pPr marL="2667853" indent="0" algn="ctr">
              <a:buNone/>
              <a:defRPr sz="1334"/>
            </a:lvl8pPr>
            <a:lvl9pPr marL="3048975" indent="0" algn="ctr">
              <a:buNone/>
              <a:defRPr sz="133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9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6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425178"/>
            <a:ext cx="15773400" cy="2377941"/>
          </a:xfrm>
        </p:spPr>
        <p:txBody>
          <a:bodyPr anchor="b"/>
          <a:lstStyle>
            <a:lvl1pPr>
              <a:defRPr sz="500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3825616"/>
            <a:ext cx="15773400" cy="1250503"/>
          </a:xfrm>
        </p:spPr>
        <p:txBody>
          <a:bodyPr/>
          <a:lstStyle>
            <a:lvl1pPr marL="0" indent="0">
              <a:buNone/>
              <a:defRPr sz="2001">
                <a:solidFill>
                  <a:schemeClr val="tx1">
                    <a:tint val="82000"/>
                  </a:schemeClr>
                </a:solidFill>
              </a:defRPr>
            </a:lvl1pPr>
            <a:lvl2pPr marL="381122" indent="0">
              <a:buNone/>
              <a:defRPr sz="1667">
                <a:solidFill>
                  <a:schemeClr val="tx1">
                    <a:tint val="82000"/>
                  </a:schemeClr>
                </a:solidFill>
              </a:defRPr>
            </a:lvl2pPr>
            <a:lvl3pPr marL="762244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3pPr>
            <a:lvl4pPr marL="1143366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4pPr>
            <a:lvl5pPr marL="1524488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5pPr>
            <a:lvl6pPr marL="1905610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6pPr>
            <a:lvl7pPr marL="2286732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7pPr>
            <a:lvl8pPr marL="2667853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8pPr>
            <a:lvl9pPr marL="3048975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39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521777"/>
            <a:ext cx="7772400" cy="36271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521777"/>
            <a:ext cx="7772400" cy="36271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9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04356"/>
            <a:ext cx="15773400" cy="110494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401359"/>
            <a:ext cx="7736681" cy="686784"/>
          </a:xfrm>
        </p:spPr>
        <p:txBody>
          <a:bodyPr anchor="b"/>
          <a:lstStyle>
            <a:lvl1pPr marL="0" indent="0">
              <a:buNone/>
              <a:defRPr sz="2001" b="1"/>
            </a:lvl1pPr>
            <a:lvl2pPr marL="381122" indent="0">
              <a:buNone/>
              <a:defRPr sz="1667" b="1"/>
            </a:lvl2pPr>
            <a:lvl3pPr marL="762244" indent="0">
              <a:buNone/>
              <a:defRPr sz="1500" b="1"/>
            </a:lvl3pPr>
            <a:lvl4pPr marL="1143366" indent="0">
              <a:buNone/>
              <a:defRPr sz="1334" b="1"/>
            </a:lvl4pPr>
            <a:lvl5pPr marL="1524488" indent="0">
              <a:buNone/>
              <a:defRPr sz="1334" b="1"/>
            </a:lvl5pPr>
            <a:lvl6pPr marL="1905610" indent="0">
              <a:buNone/>
              <a:defRPr sz="1334" b="1"/>
            </a:lvl6pPr>
            <a:lvl7pPr marL="2286732" indent="0">
              <a:buNone/>
              <a:defRPr sz="1334" b="1"/>
            </a:lvl7pPr>
            <a:lvl8pPr marL="2667853" indent="0">
              <a:buNone/>
              <a:defRPr sz="1334" b="1"/>
            </a:lvl8pPr>
            <a:lvl9pPr marL="3048975" indent="0">
              <a:buNone/>
              <a:defRPr sz="13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088143"/>
            <a:ext cx="7736681" cy="3071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401359"/>
            <a:ext cx="7774782" cy="686784"/>
          </a:xfrm>
        </p:spPr>
        <p:txBody>
          <a:bodyPr anchor="b"/>
          <a:lstStyle>
            <a:lvl1pPr marL="0" indent="0">
              <a:buNone/>
              <a:defRPr sz="2001" b="1"/>
            </a:lvl1pPr>
            <a:lvl2pPr marL="381122" indent="0">
              <a:buNone/>
              <a:defRPr sz="1667" b="1"/>
            </a:lvl2pPr>
            <a:lvl3pPr marL="762244" indent="0">
              <a:buNone/>
              <a:defRPr sz="1500" b="1"/>
            </a:lvl3pPr>
            <a:lvl4pPr marL="1143366" indent="0">
              <a:buNone/>
              <a:defRPr sz="1334" b="1"/>
            </a:lvl4pPr>
            <a:lvl5pPr marL="1524488" indent="0">
              <a:buNone/>
              <a:defRPr sz="1334" b="1"/>
            </a:lvl5pPr>
            <a:lvl6pPr marL="1905610" indent="0">
              <a:buNone/>
              <a:defRPr sz="1334" b="1"/>
            </a:lvl6pPr>
            <a:lvl7pPr marL="2286732" indent="0">
              <a:buNone/>
              <a:defRPr sz="1334" b="1"/>
            </a:lvl7pPr>
            <a:lvl8pPr marL="2667853" indent="0">
              <a:buNone/>
              <a:defRPr sz="1334" b="1"/>
            </a:lvl8pPr>
            <a:lvl9pPr marL="3048975" indent="0">
              <a:buNone/>
              <a:defRPr sz="13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088143"/>
            <a:ext cx="7774782" cy="3071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8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7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6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81106"/>
            <a:ext cx="5898356" cy="1333871"/>
          </a:xfrm>
        </p:spPr>
        <p:txBody>
          <a:bodyPr anchor="b"/>
          <a:lstStyle>
            <a:lvl1pPr>
              <a:defRPr sz="26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823083"/>
            <a:ext cx="9258300" cy="4062483"/>
          </a:xfrm>
        </p:spPr>
        <p:txBody>
          <a:bodyPr/>
          <a:lstStyle>
            <a:lvl1pPr>
              <a:defRPr sz="2668"/>
            </a:lvl1pPr>
            <a:lvl2pPr>
              <a:defRPr sz="2334"/>
            </a:lvl2pPr>
            <a:lvl3pPr>
              <a:defRPr sz="2001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14976"/>
            <a:ext cx="5898356" cy="3177206"/>
          </a:xfrm>
        </p:spPr>
        <p:txBody>
          <a:bodyPr/>
          <a:lstStyle>
            <a:lvl1pPr marL="0" indent="0">
              <a:buNone/>
              <a:defRPr sz="1334"/>
            </a:lvl1pPr>
            <a:lvl2pPr marL="381122" indent="0">
              <a:buNone/>
              <a:defRPr sz="1167"/>
            </a:lvl2pPr>
            <a:lvl3pPr marL="762244" indent="0">
              <a:buNone/>
              <a:defRPr sz="1000"/>
            </a:lvl3pPr>
            <a:lvl4pPr marL="1143366" indent="0">
              <a:buNone/>
              <a:defRPr sz="834"/>
            </a:lvl4pPr>
            <a:lvl5pPr marL="1524488" indent="0">
              <a:buNone/>
              <a:defRPr sz="834"/>
            </a:lvl5pPr>
            <a:lvl6pPr marL="1905610" indent="0">
              <a:buNone/>
              <a:defRPr sz="834"/>
            </a:lvl6pPr>
            <a:lvl7pPr marL="2286732" indent="0">
              <a:buNone/>
              <a:defRPr sz="834"/>
            </a:lvl7pPr>
            <a:lvl8pPr marL="2667853" indent="0">
              <a:buNone/>
              <a:defRPr sz="834"/>
            </a:lvl8pPr>
            <a:lvl9pPr marL="3048975" indent="0">
              <a:buNone/>
              <a:defRPr sz="8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7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81106"/>
            <a:ext cx="5898356" cy="1333871"/>
          </a:xfrm>
        </p:spPr>
        <p:txBody>
          <a:bodyPr anchor="b"/>
          <a:lstStyle>
            <a:lvl1pPr>
              <a:defRPr sz="26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823083"/>
            <a:ext cx="9258300" cy="4062483"/>
          </a:xfrm>
        </p:spPr>
        <p:txBody>
          <a:bodyPr anchor="t"/>
          <a:lstStyle>
            <a:lvl1pPr marL="0" indent="0">
              <a:buNone/>
              <a:defRPr sz="2668"/>
            </a:lvl1pPr>
            <a:lvl2pPr marL="381122" indent="0">
              <a:buNone/>
              <a:defRPr sz="2334"/>
            </a:lvl2pPr>
            <a:lvl3pPr marL="762244" indent="0">
              <a:buNone/>
              <a:defRPr sz="2001"/>
            </a:lvl3pPr>
            <a:lvl4pPr marL="1143366" indent="0">
              <a:buNone/>
              <a:defRPr sz="1667"/>
            </a:lvl4pPr>
            <a:lvl5pPr marL="1524488" indent="0">
              <a:buNone/>
              <a:defRPr sz="1667"/>
            </a:lvl5pPr>
            <a:lvl6pPr marL="1905610" indent="0">
              <a:buNone/>
              <a:defRPr sz="1667"/>
            </a:lvl6pPr>
            <a:lvl7pPr marL="2286732" indent="0">
              <a:buNone/>
              <a:defRPr sz="1667"/>
            </a:lvl7pPr>
            <a:lvl8pPr marL="2667853" indent="0">
              <a:buNone/>
              <a:defRPr sz="1667"/>
            </a:lvl8pPr>
            <a:lvl9pPr marL="3048975" indent="0">
              <a:buNone/>
              <a:defRPr sz="1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714976"/>
            <a:ext cx="5898356" cy="3177206"/>
          </a:xfrm>
        </p:spPr>
        <p:txBody>
          <a:bodyPr/>
          <a:lstStyle>
            <a:lvl1pPr marL="0" indent="0">
              <a:buNone/>
              <a:defRPr sz="1334"/>
            </a:lvl1pPr>
            <a:lvl2pPr marL="381122" indent="0">
              <a:buNone/>
              <a:defRPr sz="1167"/>
            </a:lvl2pPr>
            <a:lvl3pPr marL="762244" indent="0">
              <a:buNone/>
              <a:defRPr sz="1000"/>
            </a:lvl3pPr>
            <a:lvl4pPr marL="1143366" indent="0">
              <a:buNone/>
              <a:defRPr sz="834"/>
            </a:lvl4pPr>
            <a:lvl5pPr marL="1524488" indent="0">
              <a:buNone/>
              <a:defRPr sz="834"/>
            </a:lvl5pPr>
            <a:lvl6pPr marL="1905610" indent="0">
              <a:buNone/>
              <a:defRPr sz="834"/>
            </a:lvl6pPr>
            <a:lvl7pPr marL="2286732" indent="0">
              <a:buNone/>
              <a:defRPr sz="834"/>
            </a:lvl7pPr>
            <a:lvl8pPr marL="2667853" indent="0">
              <a:buNone/>
              <a:defRPr sz="834"/>
            </a:lvl8pPr>
            <a:lvl9pPr marL="3048975" indent="0">
              <a:buNone/>
              <a:defRPr sz="8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0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04355"/>
            <a:ext cx="3943350" cy="48445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04355"/>
            <a:ext cx="11601450" cy="48445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2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04356"/>
            <a:ext cx="15773400" cy="1104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521777"/>
            <a:ext cx="15773400" cy="3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5298431"/>
            <a:ext cx="41148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B88C90-B374-C845-99F7-C4216C399E2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5298431"/>
            <a:ext cx="61722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5298431"/>
            <a:ext cx="41148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3348F-9516-774C-9300-69A6D1BDE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4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62244" rtl="0" eaLnBrk="1" latinLnBrk="0" hangingPunct="1">
        <a:lnSpc>
          <a:spcPct val="90000"/>
        </a:lnSpc>
        <a:spcBef>
          <a:spcPct val="0"/>
        </a:spcBef>
        <a:buNone/>
        <a:defRPr sz="36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561" indent="-190561" algn="l" defTabSz="762244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1pPr>
      <a:lvl2pPr marL="571683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2pPr>
      <a:lvl3pPr marL="952805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927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5049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6171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7292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8414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9536" indent="-190561" algn="l" defTabSz="762244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122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244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366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488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5610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732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7853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8975" algn="l" defTabSz="76224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blue scrubs holding a dummy with a child on a bed&#10;&#10;AI-generated content may be incorrect.">
            <a:extLst>
              <a:ext uri="{FF2B5EF4-FFF2-40B4-BE49-F238E27FC236}">
                <a16:creationId xmlns:a16="http://schemas.microsoft.com/office/drawing/2014/main" id="{F75A1A34-CD42-84CB-F018-63DEADB2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598" y="-590538"/>
            <a:ext cx="9982201" cy="7655619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513013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38D45B-E6E5-AA25-63D0-8A50626C4988}"/>
              </a:ext>
            </a:extLst>
          </p:cNvPr>
          <p:cNvSpPr/>
          <p:nvPr/>
        </p:nvSpPr>
        <p:spPr>
          <a:xfrm>
            <a:off x="0" y="-38589"/>
            <a:ext cx="18288000" cy="5755177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49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AACB-1925-E243-4F3F-0689EB5C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2C2EB5-4D95-9930-D4B4-7B1FEE07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59968" y="-314792"/>
            <a:ext cx="11695485" cy="6535711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513013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EE3EDD-B115-21F2-94CF-17F0BFFCD8F2}"/>
              </a:ext>
            </a:extLst>
          </p:cNvPr>
          <p:cNvSpPr/>
          <p:nvPr/>
        </p:nvSpPr>
        <p:spPr>
          <a:xfrm>
            <a:off x="0" y="-38589"/>
            <a:ext cx="18288000" cy="5755177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6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B7982-FDDF-F626-2A0B-31EA802D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848E68-054C-D53E-7E2D-5282AB675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53398" y="-741146"/>
            <a:ext cx="10820402" cy="7198879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565337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FF8C74-2F9A-F615-1FAB-26035E198A27}"/>
              </a:ext>
            </a:extLst>
          </p:cNvPr>
          <p:cNvSpPr/>
          <p:nvPr/>
        </p:nvSpPr>
        <p:spPr>
          <a:xfrm>
            <a:off x="1" y="6"/>
            <a:ext cx="18288000" cy="575517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75000"/>
                  <a:lumOff val="2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7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B670D-6D32-1E1B-02D1-32B6C25B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1AF35A-5AC5-E5B3-4511-B2FB46CB5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05800" y="-462316"/>
            <a:ext cx="9982200" cy="6641219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742051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338DE8-3B96-F843-3404-7B8ADB68B35B}"/>
              </a:ext>
            </a:extLst>
          </p:cNvPr>
          <p:cNvSpPr/>
          <p:nvPr/>
        </p:nvSpPr>
        <p:spPr>
          <a:xfrm>
            <a:off x="0" y="-38589"/>
            <a:ext cx="18288000" cy="575517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D7280-DC0C-7A11-6F32-D846D323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0BB31B-0838-EC9E-ABC9-A5EFCCF5827D}"/>
              </a:ext>
            </a:extLst>
          </p:cNvPr>
          <p:cNvSpPr/>
          <p:nvPr/>
        </p:nvSpPr>
        <p:spPr>
          <a:xfrm>
            <a:off x="0" y="0"/>
            <a:ext cx="18288000" cy="5755177"/>
          </a:xfrm>
          <a:prstGeom prst="rect">
            <a:avLst/>
          </a:prstGeom>
          <a:gradFill flip="none" rotWithShape="1">
            <a:gsLst>
              <a:gs pos="61000">
                <a:srgbClr val="0B76A0"/>
              </a:gs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78CE2-FDEF-619E-7D9A-63EE7DDC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928"/>
          <a:stretch>
            <a:fillRect/>
          </a:stretch>
        </p:blipFill>
        <p:spPr>
          <a:xfrm>
            <a:off x="8501063" y="304711"/>
            <a:ext cx="9786937" cy="5145754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rgbClr val="002060">
                  <a:alpha val="0"/>
                </a:srgbClr>
              </a:gs>
            </a:gsLst>
            <a:lin ang="0" scaled="1"/>
          </a:gradFill>
          <a:effectLst>
            <a:softEdge rad="188129"/>
          </a:effectLst>
        </p:spPr>
      </p:pic>
    </p:spTree>
    <p:extLst>
      <p:ext uri="{BB962C8B-B14F-4D97-AF65-F5344CB8AC3E}">
        <p14:creationId xmlns:p14="http://schemas.microsoft.com/office/powerpoint/2010/main" val="3621695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3370-79FA-677C-E87C-D576DA63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1D697-F3B1-022C-04F1-652F14F99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52d287b-af50-4fcf-9040-106ecb50d969}" enabled="1" method="Privileged" siteId="{cf6d0482-86b1-4f88-8c0c-3b4de4cb402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8359</TotalTime>
  <Words>0</Words>
  <Application>Microsoft Macintosh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Bronwyn Driver</dc:creator>
  <cp:lastModifiedBy>Bronwyn Driver</cp:lastModifiedBy>
  <cp:revision>3</cp:revision>
  <dcterms:created xsi:type="dcterms:W3CDTF">2026-02-27T16:22:43Z</dcterms:created>
  <dcterms:modified xsi:type="dcterms:W3CDTF">2026-03-30T14:44:52Z</dcterms:modified>
</cp:coreProperties>
</file>